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23" r:id="rId2"/>
  </p:sldMasterIdLst>
  <p:notesMasterIdLst>
    <p:notesMasterId r:id="rId19"/>
  </p:notesMasterIdLst>
  <p:sldIdLst>
    <p:sldId id="267" r:id="rId3"/>
    <p:sldId id="263" r:id="rId4"/>
    <p:sldId id="264" r:id="rId5"/>
    <p:sldId id="265" r:id="rId6"/>
    <p:sldId id="268" r:id="rId7"/>
    <p:sldId id="273" r:id="rId8"/>
    <p:sldId id="269" r:id="rId9"/>
    <p:sldId id="275" r:id="rId10"/>
    <p:sldId id="277" r:id="rId11"/>
    <p:sldId id="278" r:id="rId12"/>
    <p:sldId id="279" r:id="rId13"/>
    <p:sldId id="280" r:id="rId14"/>
    <p:sldId id="266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0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355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F2F8C-CE7F-4BB0-BCFD-16D06FEF4E44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054B52-9FC3-4665-925C-574210D4AD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504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D0CE3-0463-15F9-1587-E526CEC6F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610888-44D7-3B10-968A-9F4328E61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C5A9AE-3718-042B-F659-3F5B7FDB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2E123B-798E-2198-26E7-1D3B9F01B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B56D7D-461C-E39C-B3F8-7AAD9272E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31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71B5F9-72BD-357B-EDE6-F544FAC6E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6D751-32E2-B6E1-3F79-AAA6E65BC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C56FDF-B393-8CCC-952A-857603CD3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5C69D5-5EE1-B2C9-D456-323B1730A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6F101-DA48-C7F8-0C65-5059AC38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57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1165B-57AA-9DB8-FD03-1A8DE54DD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EC3C4D-ACE9-53EE-9845-B476D5899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C05D6B-0881-8E42-1925-C108D6EB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6C52C4-CADE-A6F9-350C-B500A7AE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443512-2295-B158-C161-58D576564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857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90B32C-32AF-DE99-B896-1137B4D5A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945920-60C6-BF32-FFC8-93AB21EE3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8CBBD0-6AD3-17A6-6D24-CE1116CDD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AFF793-4764-9FA0-7587-F0535B5B8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ACB949-679E-A912-7C68-EFC49611D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65F99C-332B-BD76-706A-BCDEBC79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324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2A2AF-E6A3-4B58-81DA-6E4E048F9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588A9D-965A-57DF-D008-31725D027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6823E9-9DAA-BF96-57B0-876CBD3E6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6822F47-D152-9899-A7A3-847CC3797F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2A18A9A-DD6C-961F-0255-97AB58302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DA6690-BABF-3989-AE75-BB7934D4F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5BB9BC-2691-B5D7-7C71-BEFABCBD5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693751-63F1-1150-5353-A4E7DEABC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33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A6A14-FCA8-2D5E-E2E9-EA66A4E23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DC6284-6A99-CDD8-EE2D-00033EDB4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E6F12C-51E5-AF26-6D5E-8540333E1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E9B1A8-7851-04F8-D3F6-1945F199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140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38A56D-5F78-80CD-1319-B147D0159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20442B0-1390-F860-AAA8-158B746EF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F7B26F-6C1A-3BA8-068B-8B16DB18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218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77E040-9B03-092F-DF9B-9A21D8598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2A50CF-EA21-E78E-A972-1F88B661C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4939DD-6251-020F-EB92-B54A985C7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3F2BDB-4102-19DC-5D39-EE03DBD5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7AE060-AF85-2EEE-C0DB-3D4105949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E56D8D-F35A-B991-C030-E96A03D6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225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7F9DE-14BC-DB2F-ADCA-661161001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A2DC320-EBA6-0649-EA87-88224A5168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01C8B5-D7BD-4977-8A18-3A1CC13C4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021BF1-3B92-C6C2-7C0E-F21E63CC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B74B1-10C7-6CFC-C7B2-9F8CED0C2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49A8C2-8F37-5B57-EE0E-F8628344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42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C5362-730A-3B6B-B547-8D05F66A6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93FD81-EB74-6C8F-863F-258C22234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8404F-8920-1D02-4C33-AFAC662E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3DE671-2495-C7F0-D749-B3347B33F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ECE9B0-864A-9176-6090-74999FE4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446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5042CEF-391E-74E5-0DB7-3ADA24C5B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62C52A-4317-341A-692E-C9E958A4A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DED055-FB04-9A2D-A31F-0F246861B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F45A27-7DDF-3D67-4CDC-053F2EE54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5F7DB0-F811-CB96-2CF4-664EC10F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238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515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860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656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687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3285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5956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171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0989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9000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9080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53558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5703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3021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0273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0553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201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95AFA-8C25-9B86-DE82-2F78EC297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B63F12-E24B-1275-F0BB-33E92986C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5B6DFD-6084-597E-FF45-A2B8A8C8C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B5B5F9-F480-9100-FE4F-972D4EE9A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C68E56-D62B-B78A-C361-4D45BB909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805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FD25D-CCCC-4CA2-A29E-0B8C03573CD2}" type="datetimeFigureOut">
              <a:rPr lang="ko-KR" altLang="en-US" smtClean="0"/>
              <a:t>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5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FEDD-6C81-5A46-FA0C-7FA868972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CF914C-3551-1781-32DA-1AA87552604B}"/>
              </a:ext>
            </a:extLst>
          </p:cNvPr>
          <p:cNvSpPr txBox="1"/>
          <p:nvPr/>
        </p:nvSpPr>
        <p:spPr>
          <a:xfrm>
            <a:off x="1910239" y="2644170"/>
            <a:ext cx="418576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4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2026</a:t>
            </a:r>
          </a:p>
          <a:p>
            <a:r>
              <a:rPr lang="ko-KR" altLang="en-US" sz="4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웹디자인 트렌드 </a:t>
            </a:r>
            <a:endParaRPr lang="en-US" altLang="ko-KR" sz="4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6923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D47F5-230D-EB75-816D-C60F212F2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3965296-48CB-68FC-D24F-214561036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58228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7B0C2E6-0388-660E-4E4D-EA4BEA4C7C79}"/>
              </a:ext>
            </a:extLst>
          </p:cNvPr>
          <p:cNvSpPr txBox="1"/>
          <p:nvPr/>
        </p:nvSpPr>
        <p:spPr>
          <a:xfrm>
            <a:off x="4591050" y="1528631"/>
            <a:ext cx="6000751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32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완벽을 넘어 ‘인간적인 </a:t>
            </a:r>
            <a:r>
              <a:rPr lang="ko-KR" altLang="en-US" sz="3200" dirty="0" err="1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불완전함’으로</a:t>
            </a:r>
            <a:endParaRPr lang="ko-KR" altLang="en-US" sz="3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B1997C-5B5D-1080-A91B-033B5B9F5967}"/>
              </a:ext>
            </a:extLst>
          </p:cNvPr>
          <p:cNvSpPr txBox="1"/>
          <p:nvPr/>
        </p:nvSpPr>
        <p:spPr>
          <a:xfrm>
            <a:off x="4591050" y="2791943"/>
            <a:ext cx="6991350" cy="25374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최첨단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기술이 정교하고 무결점인 이미지를 쏟아내는 시대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업계에는 오히려 이에 반발하는 </a:t>
            </a:r>
            <a:r>
              <a:rPr lang="ko-KR" altLang="en-US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아날로그적이며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감각적인 인간미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핵심 키워드로 부상하고 있습니다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기술적 완벽함이 주는 피로감에서 벗어나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u="sng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인간 본연의 거칠고 솔직한 모습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담아내려는 움직임이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뚜렷해지고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있습니다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07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C6BEF3-2188-A05D-B559-84E3C6BF2A7D}"/>
              </a:ext>
            </a:extLst>
          </p:cNvPr>
          <p:cNvSpPr txBox="1"/>
          <p:nvPr/>
        </p:nvSpPr>
        <p:spPr>
          <a:xfrm>
            <a:off x="661131" y="918565"/>
            <a:ext cx="550154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4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기술이 고도화될수록 갈망하는 </a:t>
            </a:r>
            <a:r>
              <a:rPr lang="en-US" altLang="ko-KR" sz="24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en-US" sz="24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인간의 손길</a:t>
            </a:r>
            <a:r>
              <a:rPr lang="en-US" altLang="ko-KR" sz="24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endParaRPr lang="ko-KR" altLang="en-US" sz="2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9955A15-0711-AA64-B839-4027B5B97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883" y="2033575"/>
            <a:ext cx="2609523" cy="403207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5FB87FA-656B-C922-7C83-93C0F5EF9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1347" y="792349"/>
            <a:ext cx="2609522" cy="4032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9DAB86-67C5-90C6-9E26-D54C6A8E62D4}"/>
              </a:ext>
            </a:extLst>
          </p:cNvPr>
          <p:cNvSpPr txBox="1"/>
          <p:nvPr/>
        </p:nvSpPr>
        <p:spPr>
          <a:xfrm>
            <a:off x="661131" y="1816383"/>
            <a:ext cx="5939694" cy="412305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글로벌 디자인 기업들은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년을 기점으로 첨단 디자인에 대한 반발과 함께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현실적이고 인간 중심적인 디자인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주류가 될 것으로 내다보고 있습니다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Adobe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인공지능과 증강현실의 확산이 역설적으로 첨단 디자인에 대한 피로를 불러왔다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."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며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창의성의 방향이 지저분하고 혼란스러운 인간 본연의 모습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즉 아날로그적 진정성으로 향하고 있다고 분석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Canva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창작자의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80%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"2026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년은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로부터 인간이 창작 주도권을 되찾는 해가 될 것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이라 답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이들은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도구로 활용하면서도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시각적으로는 날 것 그대로의 정직하고 독특한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인간적 불완전함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표현하는 데 집중하고 있다고 분석</a:t>
            </a:r>
          </a:p>
        </p:txBody>
      </p:sp>
    </p:spTree>
    <p:extLst>
      <p:ext uri="{BB962C8B-B14F-4D97-AF65-F5344CB8AC3E}">
        <p14:creationId xmlns:p14="http://schemas.microsoft.com/office/powerpoint/2010/main" val="4007961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01E3E-B746-92F9-A9FF-D414899AE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8A76E8-147F-77D1-EC30-E1B9C5F29ECB}"/>
              </a:ext>
            </a:extLst>
          </p:cNvPr>
          <p:cNvSpPr txBox="1"/>
          <p:nvPr/>
        </p:nvSpPr>
        <p:spPr>
          <a:xfrm>
            <a:off x="661131" y="792349"/>
            <a:ext cx="59396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4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안티 디자인</a:t>
            </a:r>
            <a:r>
              <a:rPr lang="en-US" altLang="ko-KR" sz="24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</a:t>
            </a:r>
            <a:r>
              <a:rPr lang="ko-KR" altLang="en-US" sz="24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의도된 불안정의 미학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E7CE4-D11F-4311-3379-77D8EC569A7A}"/>
              </a:ext>
            </a:extLst>
          </p:cNvPr>
          <p:cNvSpPr txBox="1"/>
          <p:nvPr/>
        </p:nvSpPr>
        <p:spPr>
          <a:xfrm>
            <a:off x="661130" y="1527101"/>
            <a:ext cx="5939694" cy="4538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인간 중심적 디자인의 흐름을 가장 잘 대변하며 떠오르는 양식이 바로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안티 디자인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(Anti-Design)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입니다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브루탈리즘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(Brutalism)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뿌리를 둔 이 기법은 전통적인 디자인 규칙을 파괴하며 시각적 충격을 줍니다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안티 디자인의 특징</a:t>
            </a: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비정형적이고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비대칭적인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레이아웃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어울리지 않는 질감의 조합과 요소 간의 과감한 겹치기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극단적으로 큰 폰트와 강렬한 색상 대비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의도적으로 미완성된 듯한 거칠고 공격적인 느낌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WIX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팬데믹 이후의 혼란을 수용하면서 기존의 창의적 한계를 극복하려는 시도로 해석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정제되지 않은 파격적인 스타일을 통해 대중의 시선을 사로잡고 더욱 깊은 정서적 소통을 이끌어낼 수 있다는 것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065612A-8476-1AC6-04BE-0A3F26B20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258" y="3269651"/>
            <a:ext cx="4758742" cy="35883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AB909E3-99FC-43F3-0202-209839CDC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255" y="0"/>
            <a:ext cx="4758743" cy="358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05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BB8B0-D576-A7F8-2A5C-F65A06D7D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B88025-D1E4-5402-6F03-CC292131DE30}"/>
              </a:ext>
            </a:extLst>
          </p:cNvPr>
          <p:cNvSpPr txBox="1"/>
          <p:nvPr/>
        </p:nvSpPr>
        <p:spPr>
          <a:xfrm>
            <a:off x="1910239" y="3013501"/>
            <a:ext cx="3377848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4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와이어프레임</a:t>
            </a:r>
            <a:endParaRPr lang="en-US" altLang="ko-KR" sz="4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2972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77EE553-DF91-D59F-A0A2-127D5581A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50" y="289560"/>
            <a:ext cx="8829675" cy="62788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4DADF3-73E3-11D1-4EAC-F2BC048DB11A}"/>
              </a:ext>
            </a:extLst>
          </p:cNvPr>
          <p:cNvSpPr txBox="1"/>
          <p:nvPr/>
        </p:nvSpPr>
        <p:spPr>
          <a:xfrm>
            <a:off x="485775" y="289560"/>
            <a:ext cx="1781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와이어프레임</a:t>
            </a:r>
          </a:p>
        </p:txBody>
      </p:sp>
    </p:spTree>
    <p:extLst>
      <p:ext uri="{BB962C8B-B14F-4D97-AF65-F5344CB8AC3E}">
        <p14:creationId xmlns:p14="http://schemas.microsoft.com/office/powerpoint/2010/main" val="1630017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1CAA6-77FB-9168-A155-3A50F1EFE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AD21D-DC39-43FF-3E06-C5F0E860AC38}"/>
              </a:ext>
            </a:extLst>
          </p:cNvPr>
          <p:cNvSpPr txBox="1"/>
          <p:nvPr/>
        </p:nvSpPr>
        <p:spPr>
          <a:xfrm>
            <a:off x="1910239" y="3013501"/>
            <a:ext cx="2845651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4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스토리보드</a:t>
            </a:r>
            <a:endParaRPr lang="en-US" altLang="ko-KR" sz="4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939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80525-5B6B-DFC3-23FF-08BA377A7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D5D1475-616E-FA68-E1F5-2E8042F1D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50" y="289560"/>
            <a:ext cx="8829675" cy="62788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8A7B65-F610-DB6F-8D7A-D16422E4B46E}"/>
              </a:ext>
            </a:extLst>
          </p:cNvPr>
          <p:cNvSpPr txBox="1"/>
          <p:nvPr/>
        </p:nvSpPr>
        <p:spPr>
          <a:xfrm>
            <a:off x="485775" y="289560"/>
            <a:ext cx="1515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스토리보드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8A034-C8A9-9ECD-E243-2E81A6FD41E2}"/>
              </a:ext>
            </a:extLst>
          </p:cNvPr>
          <p:cNvSpPr txBox="1"/>
          <p:nvPr/>
        </p:nvSpPr>
        <p:spPr>
          <a:xfrm>
            <a:off x="485775" y="914400"/>
            <a:ext cx="2241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Header, Main-home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EE502-EC6D-A8EC-CFD6-BB9DB689524B}"/>
              </a:ext>
            </a:extLst>
          </p:cNvPr>
          <p:cNvSpPr txBox="1"/>
          <p:nvPr/>
        </p:nvSpPr>
        <p:spPr>
          <a:xfrm>
            <a:off x="485775" y="1446907"/>
            <a:ext cx="215836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</a:t>
            </a:r>
          </a:p>
          <a:p>
            <a:pPr marL="180000"/>
            <a:r>
              <a:rPr lang="ko-KR" altLang="en-US" sz="1400" dirty="0"/>
              <a:t>페이지의 </a:t>
            </a:r>
            <a:r>
              <a:rPr lang="en-US" altLang="ko-KR" sz="1400" dirty="0"/>
              <a:t>header </a:t>
            </a:r>
            <a:r>
              <a:rPr lang="ko-KR" altLang="en-US" sz="1400" dirty="0"/>
              <a:t>부분</a:t>
            </a:r>
            <a:endParaRPr lang="en-US" altLang="ko-KR" sz="1400" dirty="0"/>
          </a:p>
          <a:p>
            <a:pPr marL="180000"/>
            <a:r>
              <a:rPr lang="ko-KR" altLang="en-US" sz="1400" dirty="0"/>
              <a:t>첫 진입시와 스크롤 시작 시의 크기가 달라짐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2</a:t>
            </a:r>
          </a:p>
          <a:p>
            <a:pPr marL="234000"/>
            <a:r>
              <a:rPr lang="ko-KR" altLang="en-US" sz="1400" dirty="0"/>
              <a:t>페이지의 로고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3</a:t>
            </a:r>
          </a:p>
          <a:p>
            <a:pPr marL="234000"/>
            <a:r>
              <a:rPr lang="ko-KR" altLang="en-US" sz="1400" dirty="0"/>
              <a:t>각 페이지로 이동하는 버튼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4</a:t>
            </a:r>
          </a:p>
          <a:p>
            <a:pPr marL="234000"/>
            <a:r>
              <a:rPr lang="ko-KR" altLang="en-US" sz="1400" dirty="0"/>
              <a:t>라이트 모드</a:t>
            </a:r>
            <a:r>
              <a:rPr lang="en-US" altLang="ko-KR" sz="1400" dirty="0"/>
              <a:t>/</a:t>
            </a:r>
            <a:r>
              <a:rPr lang="ko-KR" altLang="en-US" sz="1400" dirty="0" err="1"/>
              <a:t>다크</a:t>
            </a:r>
            <a:r>
              <a:rPr lang="ko-KR" altLang="en-US" sz="1400" dirty="0"/>
              <a:t> 모드</a:t>
            </a:r>
            <a:endParaRPr lang="en-US" altLang="ko-KR" sz="1400" dirty="0"/>
          </a:p>
          <a:p>
            <a:pPr marL="234000"/>
            <a:r>
              <a:rPr lang="ko-KR" altLang="en-US" sz="1400" dirty="0"/>
              <a:t>전환 버튼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5</a:t>
            </a:r>
          </a:p>
          <a:p>
            <a:pPr marL="234000"/>
            <a:r>
              <a:rPr lang="ko-KR" altLang="en-US" sz="1400" dirty="0"/>
              <a:t>간단한 인사말을 적어놓는 부분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6</a:t>
            </a:r>
          </a:p>
          <a:p>
            <a:pPr marL="234000"/>
            <a:r>
              <a:rPr lang="ko-KR" altLang="en-US" sz="1400" dirty="0"/>
              <a:t>소통 가능한 링크 이동 버튼</a:t>
            </a:r>
          </a:p>
        </p:txBody>
      </p:sp>
    </p:spTree>
    <p:extLst>
      <p:ext uri="{BB962C8B-B14F-4D97-AF65-F5344CB8AC3E}">
        <p14:creationId xmlns:p14="http://schemas.microsoft.com/office/powerpoint/2010/main" val="1993769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3996D-BB56-060D-BD98-8304A1398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D9A33AD-2724-D353-4B85-46D0BE001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50" y="289560"/>
            <a:ext cx="8829675" cy="62788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C5FE48-A312-9387-B7EF-BB88596C910F}"/>
              </a:ext>
            </a:extLst>
          </p:cNvPr>
          <p:cNvSpPr txBox="1"/>
          <p:nvPr/>
        </p:nvSpPr>
        <p:spPr>
          <a:xfrm>
            <a:off x="485775" y="289560"/>
            <a:ext cx="1515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스토리보드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BF04A-1AB4-CD62-6EBE-0C3D273C7D0A}"/>
              </a:ext>
            </a:extLst>
          </p:cNvPr>
          <p:cNvSpPr txBox="1"/>
          <p:nvPr/>
        </p:nvSpPr>
        <p:spPr>
          <a:xfrm>
            <a:off x="485775" y="914400"/>
            <a:ext cx="2010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Main-home-scroll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23F903-FB66-96E6-7B6E-9524B7DCE621}"/>
              </a:ext>
            </a:extLst>
          </p:cNvPr>
          <p:cNvSpPr txBox="1"/>
          <p:nvPr/>
        </p:nvSpPr>
        <p:spPr>
          <a:xfrm>
            <a:off x="485775" y="1446907"/>
            <a:ext cx="21583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</a:t>
            </a:r>
          </a:p>
          <a:p>
            <a:pPr marL="180000"/>
            <a:r>
              <a:rPr lang="ko-KR" altLang="en-US" sz="1400" dirty="0"/>
              <a:t>스크롤 시작 시 크기가 커지며 간격도 늘어남</a:t>
            </a:r>
            <a:endParaRPr lang="en-US" altLang="ko-KR" sz="1400" dirty="0"/>
          </a:p>
          <a:p>
            <a:pPr marL="180000"/>
            <a:r>
              <a:rPr lang="ko-KR" altLang="en-US" sz="1400" dirty="0"/>
              <a:t>배경도 반투명으로 바뀜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2</a:t>
            </a:r>
          </a:p>
          <a:p>
            <a:pPr marL="234000"/>
            <a:r>
              <a:rPr lang="ko-KR" altLang="en-US" sz="1400" dirty="0"/>
              <a:t>스크롤 시작하며 해당하는 페이지에 색상 진하게 추가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775773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AF5C-9B4D-B918-4151-A17341394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4BCB0A7-7638-BBD6-F64E-A4BA1E663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50" y="289560"/>
            <a:ext cx="8829675" cy="62788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0CC283-8B36-1BCC-284E-63B22DBC2892}"/>
              </a:ext>
            </a:extLst>
          </p:cNvPr>
          <p:cNvSpPr txBox="1"/>
          <p:nvPr/>
        </p:nvSpPr>
        <p:spPr>
          <a:xfrm>
            <a:off x="485775" y="289560"/>
            <a:ext cx="1515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스토리보드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91373-4C1C-BE7F-BD67-53B0374E4DA2}"/>
              </a:ext>
            </a:extLst>
          </p:cNvPr>
          <p:cNvSpPr txBox="1"/>
          <p:nvPr/>
        </p:nvSpPr>
        <p:spPr>
          <a:xfrm>
            <a:off x="485775" y="914400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Main-about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DC140-1D80-0FB0-E4DE-FF58C778F169}"/>
              </a:ext>
            </a:extLst>
          </p:cNvPr>
          <p:cNvSpPr txBox="1"/>
          <p:nvPr/>
        </p:nvSpPr>
        <p:spPr>
          <a:xfrm>
            <a:off x="485775" y="1446907"/>
            <a:ext cx="21583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</a:t>
            </a:r>
          </a:p>
          <a:p>
            <a:pPr marL="180000"/>
            <a:r>
              <a:rPr lang="ko-KR" altLang="en-US" sz="1400" dirty="0"/>
              <a:t>자기 소개 간단하게 추가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2</a:t>
            </a:r>
          </a:p>
          <a:p>
            <a:pPr marL="234000"/>
            <a:r>
              <a:rPr lang="ko-KR" altLang="en-US" sz="1400" dirty="0"/>
              <a:t>간단하게 경험 등 추가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3</a:t>
            </a:r>
          </a:p>
          <a:p>
            <a:pPr marL="234000"/>
            <a:r>
              <a:rPr lang="ko-KR" altLang="en-US" sz="1400" dirty="0"/>
              <a:t>지금까지 배운 도구들을 아이콘으로 나타내어 작게 표시함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853923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4A719-D6FB-80F2-B6A6-13269CED6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57E3C27-B563-507B-FE3F-99A71ACBC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50" y="289560"/>
            <a:ext cx="8829675" cy="62788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13902B-8796-8551-4328-7DE88BCEF4B8}"/>
              </a:ext>
            </a:extLst>
          </p:cNvPr>
          <p:cNvSpPr txBox="1"/>
          <p:nvPr/>
        </p:nvSpPr>
        <p:spPr>
          <a:xfrm>
            <a:off x="485775" y="289560"/>
            <a:ext cx="1515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스토리보드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281BE1-B0F6-FD38-DB98-58CCE73CE7B9}"/>
              </a:ext>
            </a:extLst>
          </p:cNvPr>
          <p:cNvSpPr txBox="1"/>
          <p:nvPr/>
        </p:nvSpPr>
        <p:spPr>
          <a:xfrm>
            <a:off x="485775" y="914400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Main-work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E974A3-BAA2-2CA3-81F7-139B0AC92DCF}"/>
              </a:ext>
            </a:extLst>
          </p:cNvPr>
          <p:cNvSpPr txBox="1"/>
          <p:nvPr/>
        </p:nvSpPr>
        <p:spPr>
          <a:xfrm>
            <a:off x="485775" y="1446907"/>
            <a:ext cx="21583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</a:t>
            </a:r>
          </a:p>
          <a:p>
            <a:pPr marL="180000"/>
            <a:r>
              <a:rPr lang="ko-KR" altLang="en-US" sz="1400" dirty="0"/>
              <a:t>페이지의 제목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2</a:t>
            </a:r>
          </a:p>
          <a:p>
            <a:pPr marL="234000"/>
            <a:r>
              <a:rPr lang="ko-KR" altLang="en-US" sz="1400" dirty="0"/>
              <a:t>작업물을 간단하게  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3</a:t>
            </a:r>
          </a:p>
          <a:p>
            <a:pPr marL="234000"/>
            <a:r>
              <a:rPr lang="en-US" altLang="ko-KR" sz="1400" dirty="0"/>
              <a:t>work </a:t>
            </a:r>
            <a:r>
              <a:rPr lang="ko-KR" altLang="en-US" sz="1400" dirty="0"/>
              <a:t>페이지와 동일하게 </a:t>
            </a:r>
            <a:r>
              <a:rPr lang="en-US" altLang="ko-KR" sz="1400" dirty="0"/>
              <a:t>projects </a:t>
            </a:r>
            <a:r>
              <a:rPr lang="ko-KR" altLang="en-US" sz="1400" dirty="0"/>
              <a:t>페이지도 작성</a:t>
            </a:r>
            <a:r>
              <a:rPr lang="en-US" altLang="ko-K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9827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1087E-2764-DB40-5C13-B3FC1FED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F43385B9-E996-E521-0CBC-9369A3627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50" y="289560"/>
            <a:ext cx="8829675" cy="62788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F031C1-5913-2999-C68A-31BBA3C953B1}"/>
              </a:ext>
            </a:extLst>
          </p:cNvPr>
          <p:cNvSpPr txBox="1"/>
          <p:nvPr/>
        </p:nvSpPr>
        <p:spPr>
          <a:xfrm>
            <a:off x="485775" y="289560"/>
            <a:ext cx="1515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스토리보드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0C0FAE-FB7B-305C-E667-7111CE3F1202}"/>
              </a:ext>
            </a:extLst>
          </p:cNvPr>
          <p:cNvSpPr txBox="1"/>
          <p:nvPr/>
        </p:nvSpPr>
        <p:spPr>
          <a:xfrm>
            <a:off x="485775" y="914400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Footer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2673B9-F0F2-1789-2706-E33147A7133A}"/>
              </a:ext>
            </a:extLst>
          </p:cNvPr>
          <p:cNvSpPr txBox="1"/>
          <p:nvPr/>
        </p:nvSpPr>
        <p:spPr>
          <a:xfrm>
            <a:off x="485775" y="1446907"/>
            <a:ext cx="21583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</a:t>
            </a:r>
          </a:p>
          <a:p>
            <a:pPr marL="180000"/>
            <a:r>
              <a:rPr lang="en-US" altLang="ko-KR" sz="1400" dirty="0"/>
              <a:t>footer </a:t>
            </a:r>
          </a:p>
          <a:p>
            <a:endParaRPr lang="en-US" altLang="ko-KR" sz="1400" dirty="0"/>
          </a:p>
          <a:p>
            <a:r>
              <a:rPr lang="en-US" altLang="ko-KR" sz="1400" b="1" dirty="0"/>
              <a:t>2</a:t>
            </a:r>
          </a:p>
          <a:p>
            <a:pPr marL="234000"/>
            <a:r>
              <a:rPr lang="ko-KR" altLang="en-US" sz="1400" dirty="0"/>
              <a:t>저작권 표시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3</a:t>
            </a:r>
          </a:p>
          <a:p>
            <a:pPr marL="234000"/>
            <a:r>
              <a:rPr lang="ko-KR" altLang="en-US" sz="1400" dirty="0"/>
              <a:t>소통 가능한 링크 이동 버튼</a:t>
            </a:r>
          </a:p>
        </p:txBody>
      </p:sp>
    </p:spTree>
    <p:extLst>
      <p:ext uri="{BB962C8B-B14F-4D97-AF65-F5344CB8AC3E}">
        <p14:creationId xmlns:p14="http://schemas.microsoft.com/office/powerpoint/2010/main" val="461810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AD61C-A8D7-F8F0-1EDC-6DFF9EE2F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C584AC-7713-56D8-1137-3AC7C773BC1F}"/>
              </a:ext>
            </a:extLst>
          </p:cNvPr>
          <p:cNvSpPr txBox="1"/>
          <p:nvPr/>
        </p:nvSpPr>
        <p:spPr>
          <a:xfrm>
            <a:off x="1910239" y="3013501"/>
            <a:ext cx="3515706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4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스타일 가이드</a:t>
            </a:r>
            <a:endParaRPr lang="en-US" altLang="ko-KR" sz="4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2757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E9EAF-427E-601D-8F92-0ABB6F2A4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893701-3468-715E-A103-A4DFEE6EE67E}"/>
              </a:ext>
            </a:extLst>
          </p:cNvPr>
          <p:cNvSpPr txBox="1"/>
          <p:nvPr/>
        </p:nvSpPr>
        <p:spPr>
          <a:xfrm>
            <a:off x="1910239" y="3013501"/>
            <a:ext cx="3515706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4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콘텐츠 시각화</a:t>
            </a:r>
            <a:endParaRPr lang="en-US" altLang="ko-KR" sz="4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0348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1EDE5-6C99-FA5E-60A2-D9C91D027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D3426F-C8E5-A744-4902-A1FA24571556}"/>
              </a:ext>
            </a:extLst>
          </p:cNvPr>
          <p:cNvSpPr txBox="1"/>
          <p:nvPr/>
        </p:nvSpPr>
        <p:spPr>
          <a:xfrm>
            <a:off x="1910239" y="2644170"/>
            <a:ext cx="3377848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4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모바일</a:t>
            </a:r>
            <a:endParaRPr lang="en-US" altLang="ko-KR" sz="4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4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와이어프레임</a:t>
            </a:r>
            <a:endParaRPr lang="en-US" altLang="ko-KR" sz="4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3958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B5C14-1DBC-B57A-5CFE-B65856621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791517-72BE-237A-9127-B7F2E1DD9DC6}"/>
              </a:ext>
            </a:extLst>
          </p:cNvPr>
          <p:cNvSpPr txBox="1"/>
          <p:nvPr/>
        </p:nvSpPr>
        <p:spPr>
          <a:xfrm>
            <a:off x="1910239" y="3013501"/>
            <a:ext cx="2983509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4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모바일 화면</a:t>
            </a:r>
            <a:endParaRPr lang="en-US" altLang="ko-KR" sz="4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7815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패싯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사용자 지정 1">
      <a:majorFont>
        <a:latin typeface="Trebuchet MS"/>
        <a:ea typeface="Pretendard Black"/>
        <a:cs typeface=""/>
      </a:majorFont>
      <a:minorFont>
        <a:latin typeface="Trebuchet MS"/>
        <a:ea typeface="Pretendard"/>
        <a:cs typeface="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384</TotalTime>
  <Words>364</Words>
  <Application>Microsoft Office PowerPoint</Application>
  <PresentationFormat>와이드스크린</PresentationFormat>
  <Paragraphs>94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Pretendard</vt:lpstr>
      <vt:lpstr>Pretendard Black</vt:lpstr>
      <vt:lpstr>Pretendard ExtraBold</vt:lpstr>
      <vt:lpstr>맑은 고딕</vt:lpstr>
      <vt:lpstr>Arial</vt:lpstr>
      <vt:lpstr>Trebuchet MS</vt:lpstr>
      <vt:lpstr>Wingdings 3</vt:lpstr>
      <vt:lpstr>Office 테마</vt:lpstr>
      <vt:lpstr>패싯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학생</dc:creator>
  <cp:lastModifiedBy>학생</cp:lastModifiedBy>
  <cp:revision>3</cp:revision>
  <dcterms:created xsi:type="dcterms:W3CDTF">2026-03-04T02:50:55Z</dcterms:created>
  <dcterms:modified xsi:type="dcterms:W3CDTF">2026-03-05T08:58:10Z</dcterms:modified>
</cp:coreProperties>
</file>