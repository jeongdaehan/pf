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4ECB3-AF47-DEC2-E567-998C8CC65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3F78F0-C13B-7347-BD4E-E342F6551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A95D88-C100-E199-61E8-2ECF13C6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FFBDCE-A0D5-7947-2211-AB51525AE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E8821-D352-DC22-6FB1-885313BB9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1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0286D-1C74-761A-16BC-A92DED3A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D99B20-7CBF-F90E-C9D0-00B79B751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ED8975-9D4C-FFDB-5499-6AA63F52E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EACDB-5C0E-1881-38C5-DDC2D81D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3ECBC-4F5A-286F-AB53-0E74C726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1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0C131-6BD5-EEDB-AC83-47F0F8D1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627A57-F89E-B2E4-A539-E10B80379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CFD78-7CC0-9C0F-C2DD-D1B48E2FC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038C40-5375-AE38-9B6A-2240724D9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6523D9-A83E-76CF-6BD5-DF3587FE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05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37EB5-C8D1-6C8F-B937-E3CEAE69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FF94F4-F919-6F07-3731-0431E0946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075E8D-4CD6-B2B6-A423-4E3D9DDAE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9AA9E1-7082-E0FE-76A3-C871825E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FF882D-7E2C-1A3C-63A3-86F1A2E5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38D314-2794-2EA9-F590-11C5CF20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44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6E139-4326-4D76-BC48-F5881EA8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85EE61-B52C-D92C-C858-579781E19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5F93F2-82F2-8CA5-F0C7-02EBD317F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A1EABF-8300-F353-A000-66FD40470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25B59E8-0AAF-3A4F-6F05-2DD91152C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254839-264C-DF4B-CD25-B74266B49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153FA96-7B0A-B646-BBF2-0F086CBD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0CD3BE-EF0E-A57E-F1ED-0EABBAE0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5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5A102-3066-777E-0AF5-92CAB8E9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0FE421-05E4-41BE-102B-F1FD0AB2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BC1A6A-62AE-B9EB-5441-6932D4B8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AD0F75-3D7A-2640-CE3E-93AFC2EF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33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E5B3F5-06CA-F438-B192-43CAA4EA9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0F61B1-D661-8495-5A6C-E7E8A966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710C14-F039-45BB-1C01-7FA8981D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18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0EBEC-14EF-1F5F-B306-275BDC18E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8FCAB-BEB0-C898-894F-313F1158C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17D095-EF2C-C972-1815-5E5EECDFE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3C7E3-F7EE-D781-13CC-D7FEA727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918BEC-30A4-3827-7C47-C39EB602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B753D-C800-16AF-839D-ADE6507F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83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A1A92-8772-C2ED-5FA8-BE2D29D3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42F86AC-ED05-6851-41C0-617DE3004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6F07D0-8692-71AB-7BB7-7A42CB010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720C61-F48D-37F5-730C-2EF85FF9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E90E14-E686-749A-6B99-E729696F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00A5AB-B1B2-B2D0-1360-8C0D625B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90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3C98A-1830-AE92-DA29-ECE53ECC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D31CE8-808E-D8C2-4B6C-52AA7C0B0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B84557-A0EE-C693-946D-4DCADC8C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D6DCF-EBE6-BC86-5ECA-D3CB28D6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F3B950-0B0D-013C-4F55-327A99C3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130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0AA368-8BC6-3C68-23C7-37005B2B6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7E4613-168B-C905-3634-BD19DF52D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769C27-01E3-0A53-EB55-4D00DF1D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2EE2ED-E926-00F4-C749-91BFB8D6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96DE8F-7A7F-D5A1-21F3-6ABBB3C5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129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38CE3F-F0D3-46DB-28C6-3F8EF66D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32A11F-DEB3-5EDD-477E-32CC3BC85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DEABA9-FAE2-D891-04FA-E020CA27C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FD25D-CCCC-4CA2-A29E-0B8C03573CD2}" type="datetimeFigureOut">
              <a:rPr lang="ko-KR" altLang="en-US" smtClean="0"/>
              <a:t>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EA0DF6-2E23-F2E2-21EF-7054AC81C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D58900-D342-D810-A01A-8554B464C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57E26-48D3-4C8E-9FAF-6DC5C8140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48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70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학생</dc:creator>
  <cp:lastModifiedBy>학생</cp:lastModifiedBy>
  <cp:revision>1</cp:revision>
  <dcterms:created xsi:type="dcterms:W3CDTF">2026-03-04T02:50:55Z</dcterms:created>
  <dcterms:modified xsi:type="dcterms:W3CDTF">2026-03-04T02:51:19Z</dcterms:modified>
</cp:coreProperties>
</file>